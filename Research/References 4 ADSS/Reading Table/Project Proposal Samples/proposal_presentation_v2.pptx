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RESILIENT EDGE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SURVEILLANCE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D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Infrastructure-Constrained Environments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D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Austine Chukwuebuka Raphael  |  SEN/20/5090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D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Prof. K.G. Akintola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D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Software Engineering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D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Motivation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Contributions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737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systems assume stable power and connectivity—invalid assumptions in Nigerian infrastructure.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514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failures. Connectivity drops. Human operator fatigue.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focuses on accuracy, not infrastructure resilience.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4069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Solar-assisted, GSM-enabled, autonomous edge surveillance.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LITERATURE: DETECTION &amp; LOW-LIGHT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et al. (2021) — LLIE Survey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deep learning low-light enhancement methods. LLIV-Phone dataset. Models struggle with real-world noise.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Ghari et al. (2024) — Pedestrian Low-Light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 methods underexplored. Environmental sensitivity, occlusion challenges.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046720" cy="77724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 et al. (2018) — Face Detection Low-Quality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 degrades under noise/blur. Privacy concerns with face-based approaches.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et al. (2020) — EfficientDet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074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BiFPN + compound scaling for efficient detection. Large variants exceed edge capacity.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LITERATURE: EDGE &amp; ANOMALY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 Awwad et al. (2024) — Edge Anomaly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Event-triggered processing on edge. Privacy via low-quality imaging. Label inadequacy noted.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et al. (2024) — Edge Surveillance (Raspberry Pi 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13-class anomaly system. Assumes Wi-Fi/cloud connectivity. Lacks modularity.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046720" cy="77724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Duong et al. (2023) — Anomaly Survey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processing highly power-hungry. Barrier for energy-constrained edge systems.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Nasir et al. (2025) — YOLOv8 Crowd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074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crowd detection with Soft-NMS. Hajj deployment (high-infrastructure context).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LITERATURE: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Gholami et al. (2021) — Quantization Survey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30x more energy efficient. Severe degradation for 1-bit models.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Batzner et al. (2023) — EfficientAD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2ms latency, 95.4-96% AU-ROC. Patch Description Network + autoencoder. GPU-dependent.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046720" cy="777240"/>
          </a:xfrm>
          <a:prstGeom prst="rect">
            <a:avLst/>
          </a:prstGeom>
          <a:solidFill>
            <a:srgbClr val="E8DCC4"/>
          </a:solidFill>
          <a:ln w="6350">
            <a:solidFill>
              <a:srgbClr val="D3D3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 et al. (2018) — Compression Survey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Pruning, quantization, distillation. 35-49x size reduction, 4.5x speedup. Instability issues.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power supply in Nigeria → solar-assisted operation required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broadband → GSM-primary communication required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systems assume stable infrastructure (Ali, 2024; Batzner, 2023)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Multi-indicator detection rare on edge hardware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Sub-Saharan African contexts absent from literature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resilient, infrastructure-independent edge surveillance with modular multi-indicator detection for 24/7 autonomous operation.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detection under IR imaging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multi-object tracking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modular indicators (runtime-configurable)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 (~120-130 Wh/day)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GSM/Wi-Fi/SMS communication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METHODOLOGY: DEVELOPMENT PHASES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2651760" cy="91440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candidates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202996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645920"/>
            <a:ext cx="2651760" cy="91440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336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202996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645920"/>
            <a:ext cx="2651760" cy="91440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Dev.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2651760" cy="91440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18872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&amp; Tuning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optimization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331012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2926080"/>
            <a:ext cx="2651760" cy="91440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02336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53328" y="331012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2926080"/>
            <a:ext cx="2651760" cy="91440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Testing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Nigerian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PHYSICAL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PATH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188720" cy="73152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21408" y="2304288"/>
            <a:ext cx="146304" cy="18288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2011680"/>
            <a:ext cx="1188720" cy="73152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011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93008" y="2304288"/>
            <a:ext cx="146304" cy="18288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011680"/>
            <a:ext cx="1188720" cy="73152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11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12V 20Ah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64608" y="2304288"/>
            <a:ext cx="146304" cy="18288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2011680"/>
            <a:ext cx="1188720" cy="73152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011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 Conv.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12V→5V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2304288"/>
            <a:ext cx="146304" cy="18288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011680"/>
            <a:ext cx="1188720" cy="731520"/>
          </a:xfrm>
          <a:prstGeom prst="rect">
            <a:avLst/>
          </a:prstGeom>
          <a:solidFill>
            <a:srgbClr val="1A1A1A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011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I/O: PIR (GPIO)  |  IR Camera (CSI)  |  LTE Modem (USB)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Energy: ~120-130 Wh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LOGICAL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645920"/>
            <a:ext cx="64008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6916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950976"/>
          </a:xfrm>
          <a:prstGeom prst="rect">
            <a:avLst/>
          </a:prstGeom>
          <a:solidFill>
            <a:srgbClr val="E8DCC4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5146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761488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907792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YOLO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054096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Multi-Object Tracking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Behavioral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64008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7033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950208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Failover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6035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 Dispatch (GSM/Wi-Fi/SMS)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DATA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1371600" cy="548640"/>
          </a:xfrm>
          <a:prstGeom prst="rect">
            <a:avLst/>
          </a:prstGeom>
          <a:solidFill>
            <a:srgbClr val="1A1A1A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21408" y="202996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82880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75888" y="202996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182880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0368" y="202996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182880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84848" y="202996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182880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83464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21408" y="303580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283464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75888" y="303580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0" y="283464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30368" y="303580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2834640"/>
            <a:ext cx="1371600" cy="548640"/>
          </a:xfrm>
          <a:prstGeom prst="rect">
            <a:avLst/>
          </a:prstGeom>
          <a:solidFill>
            <a:srgbClr val="E8DCC4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84848" y="3035808"/>
            <a:ext cx="128016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0" y="2834640"/>
            <a:ext cx="1371600" cy="548640"/>
          </a:xfrm>
          <a:prstGeom prst="rect">
            <a:avLst/>
          </a:prstGeom>
          <a:solidFill>
            <a:srgbClr val="1A1A1A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STATE MACHINE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828800"/>
            <a:ext cx="1371600" cy="548640"/>
          </a:xfrm>
          <a:prstGeom prst="rect">
            <a:avLst/>
          </a:prstGeom>
          <a:solidFill>
            <a:srgbClr val="E8DCC4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1371600" cy="822960"/>
          </a:xfrm>
          <a:prstGeom prst="rect">
            <a:avLst/>
          </a:prstGeom>
          <a:solidFill>
            <a:srgbClr val="E8DCC4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(Power Save)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~2-3W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2743200"/>
            <a:ext cx="1371600" cy="822960"/>
          </a:xfrm>
          <a:prstGeom prst="rect">
            <a:avLst/>
          </a:prstGeom>
          <a:solidFill>
            <a:srgbClr val="E8DCC4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(Inference)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~8-12W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1371600" cy="548640"/>
          </a:xfrm>
          <a:prstGeom prst="rect">
            <a:avLst/>
          </a:prstGeom>
          <a:solidFill>
            <a:srgbClr val="E8DCC4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98648" y="2395728"/>
            <a:ext cx="146304" cy="292608"/>
          </a:xfrm>
          <a:prstGeom prst="downArrow">
            <a:avLst/>
          </a:prstGeom>
          <a:solidFill>
            <a:srgbClr val="4A4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3081528"/>
            <a:ext cx="1737360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28346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 Trigger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75888" y="3355848"/>
            <a:ext cx="1737360" cy="146304"/>
          </a:xfrm>
          <a:prstGeom prst="leftArrow">
            <a:avLst/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3474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99048" y="1828800"/>
            <a:ext cx="146304" cy="-347472"/>
          </a:xfrm>
          <a:prstGeom prst="upArrow">
            <a:avLst/>
          </a:prstGeom>
          <a:solidFill>
            <a:srgbClr val="4A4A4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1828800" cy="731520"/>
          </a:xfrm>
          <a:prstGeom prst="rect">
            <a:avLst/>
          </a:prstGeom>
          <a:solidFill>
            <a:srgbClr val="1A1A1A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(Pi 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2011680"/>
            <a:ext cx="1828800" cy="548640"/>
          </a:xfrm>
          <a:prstGeom prst="rect">
            <a:avLst/>
          </a:prstGeom>
          <a:solidFill>
            <a:srgbClr val="E8DCC4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(GSM/LTE)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1828800" cy="548640"/>
          </a:xfrm>
          <a:prstGeom prst="rect">
            <a:avLst/>
          </a:prstGeom>
          <a:solidFill>
            <a:srgbClr val="E8DCC4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(Secondary)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286000"/>
            <a:ext cx="1828800" cy="731520"/>
          </a:xfrm>
          <a:prstGeom prst="rect">
            <a:avLst/>
          </a:prstGeom>
          <a:solidFill>
            <a:srgbClr val="1A1A1A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Server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2578608"/>
            <a:ext cx="365760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18688" y="2944368"/>
            <a:ext cx="365760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504688" y="2212848"/>
            <a:ext cx="365760" cy="146304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504688" y="2944368"/>
            <a:ext cx="365760" cy="146304"/>
          </a:xfrm>
          <a:prstGeom prst="rightArrow">
            <a:avLst/>
          </a:prstGeom>
          <a:solidFill>
            <a:srgbClr val="4A4A4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Solar-assisted, GSM-primary resilience architecture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Runtime-configurable modular indicators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Power-aware edge implementation (~120-130 Wh/day)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Privacy-by-design validation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imaging domain adaptation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Nigerian institutional context validation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model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 Awwad et al. (2024). Anomaly detection on edge using smart cameras. Sensors, 24(3), 772.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et al. (2024). Edge-computing-enabled abnormal activity recognition. Electronics, 13(2), 251.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Batzner et al. (2023). EfficientAD. CVPR, 12821–12830.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 et al. (2018). Model compression survey. IEEE Signal Processing, 35(1), 126–136.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Duong et al. (2023). Deep learning anomaly detection survey. Sensors, 23(11), 5024.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Ghari et al. (2024). Pedestrian detection low-light survey. IEEE Access, 12, 5835–5857.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Gholami et al. (2021). Quantization methods survey. ACM Computing Surveys.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et al. (2021). Low-light image enhancement survey. IEEE TPAMI, 44(12), 9396–9416.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Nasir et al. (2025). YOLOv8 crowd detection. AI Review, 58, 202.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et al. (2020). EfficientDet. CVPR, 10781–10790.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 et al. (2018). Face detection low-quality survey. IEEE Access, 6, 18471–18487.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57600" y="2651760"/>
            <a:ext cx="1828800" cy="27432"/>
          </a:xfrm>
          <a:prstGeom prst="rect">
            <a:avLst/>
          </a:prstGeom>
          <a:solidFill>
            <a:srgbClr val="E8DCC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D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Resilient Multi-Indicator Edge Surveillance System</dc:title>
  <dc:subject>PptxGenJS Presentation</dc:subject>
  <dc:creator>Austine Chukwuebuka Raphael</dc:creator>
  <cp:lastModifiedBy>Austine Chukwuebuka Raphael</cp:lastModifiedBy>
  <cp:revision>1</cp:revision>
  <dcterms:created xsi:type="dcterms:W3CDTF">2026-02-18T04:18:06Z</dcterms:created>
  <dcterms:modified xsi:type="dcterms:W3CDTF">2026-02-18T04:18:06Z</dcterms:modified>
</cp:coreProperties>
</file>